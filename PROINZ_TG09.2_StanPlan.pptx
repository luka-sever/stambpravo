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7"/>
  </p:notesMasterIdLst>
  <p:sldIdLst>
    <p:sldId id="265" r:id="rId3"/>
    <p:sldId id="257" r:id="rId4"/>
    <p:sldId id="266" r:id="rId5"/>
    <p:sldId id="267" r:id="rId6"/>
    <p:sldId id="268" r:id="rId7"/>
    <p:sldId id="259" r:id="rId8"/>
    <p:sldId id="269" r:id="rId9"/>
    <p:sldId id="261" r:id="rId10"/>
    <p:sldId id="275" r:id="rId11"/>
    <p:sldId id="260" r:id="rId12"/>
    <p:sldId id="262" r:id="rId13"/>
    <p:sldId id="274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8" autoAdjust="0"/>
    <p:restoredTop sz="95897" autoAdjust="0"/>
  </p:normalViewPr>
  <p:slideViewPr>
    <p:cSldViewPr snapToGrid="0">
      <p:cViewPr varScale="1">
        <p:scale>
          <a:sx n="109" d="100"/>
          <a:sy n="109" d="100"/>
        </p:scale>
        <p:origin x="1552" y="184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noProof="0" dirty="0"/>
              <a:t>STANPLAN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/>
              <a:t>09</a:t>
            </a:r>
            <a:r>
              <a:rPr lang="hr-HR" sz="1400" noProof="0" dirty="0"/>
              <a:t>.</a:t>
            </a:r>
            <a:r>
              <a:rPr lang="hr-HR" sz="1400" dirty="0"/>
              <a:t>2</a:t>
            </a:r>
            <a:r>
              <a:rPr lang="hr-HR" sz="1400" noProof="0" dirty="0"/>
              <a:t> PČELICE</a:t>
            </a:r>
          </a:p>
          <a:p>
            <a:r>
              <a:rPr lang="hr-HR" noProof="0" dirty="0"/>
              <a:t>Ak. god. 2025./2026.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Opis zadatka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Članovi tima</a:t>
            </a:r>
          </a:p>
          <a:p>
            <a:r>
              <a:rPr lang="hr-HR" noProof="0" dirty="0"/>
              <a:t>Cilj projekta</a:t>
            </a:r>
          </a:p>
          <a:p>
            <a:r>
              <a:rPr lang="hr-HR" noProof="0" dirty="0"/>
              <a:t>Analiza i oblikovanje sustava	</a:t>
            </a:r>
          </a:p>
          <a:p>
            <a:pPr lvl="1"/>
            <a:r>
              <a:rPr lang="hr-HR" noProof="0" dirty="0"/>
              <a:t>Zahtjevi</a:t>
            </a:r>
          </a:p>
          <a:p>
            <a:pPr lvl="1"/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Imena članova i odgovornosti</a:t>
            </a:r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lvl="0"/>
            <a:r>
              <a:rPr lang="sr-Latn-RS" altLang="sr-Latn-RS" dirty="0"/>
              <a:t>Ukratko: </a:t>
            </a:r>
            <a:r>
              <a:rPr lang="hr-HR" altLang="sr-Latn-RS" b="1" dirty="0"/>
              <a:t>Što aplikacija rješava?</a:t>
            </a:r>
          </a:p>
          <a:p>
            <a:pPr lvl="0"/>
            <a:r>
              <a:rPr lang="hr-HR" altLang="sr-Latn-RS" dirty="0"/>
              <a:t>Cilj: Glavna svrha i funkcionalnosti aplikacije.</a:t>
            </a:r>
          </a:p>
          <a:p>
            <a:pPr lvl="0"/>
            <a:r>
              <a:rPr lang="hr-HR" altLang="sr-Latn-RS" dirty="0"/>
              <a:t>Postoji li slično rješenje? Što je Vaša prednost?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Glavni funkcionalni zahtjevi</a:t>
            </a:r>
            <a:r>
              <a:rPr lang="hr-HR" noProof="0" dirty="0"/>
              <a:t> (max. 1 slajd)</a:t>
            </a:r>
          </a:p>
          <a:p>
            <a:r>
              <a:rPr lang="hr-HR" noProof="0" dirty="0"/>
              <a:t>Nefunkcionalni i zahtjevi domene primjene (max. 1 slajd)</a:t>
            </a:r>
          </a:p>
          <a:p>
            <a:r>
              <a:rPr lang="hr-HR" i="1" noProof="0" dirty="0"/>
              <a:t>U usmenom izlaganju ukratko raspravite samo o primjerima glavnih izazova i povežite ih sa sljedećim slajdom dijagrama slučajeva upotrebe UML-a!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1D33-6016-014F-7976-CC3BF83E4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Dijagram visoke razine koji prikazuje glavne korisnike i njihove interakcije s aplikacijom.</a:t>
            </a:r>
          </a:p>
          <a:p>
            <a:r>
              <a:rPr lang="hr-HR" i="1" noProof="0" dirty="0"/>
              <a:t>Prema potrebi: Sekvencijski dijagram za ključne procese</a:t>
            </a:r>
            <a:r>
              <a:rPr lang="hr-HR" noProof="0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Na visokoj razini apstrakcije</a:t>
            </a:r>
          </a:p>
          <a:p>
            <a:r>
              <a:rPr lang="hr-HR" noProof="0" dirty="0"/>
              <a:t>Dijagram arhitekture (komponente, slojevi, povezivanje).</a:t>
            </a:r>
          </a:p>
          <a:p>
            <a:r>
              <a:rPr lang="hr-HR" i="1" noProof="0" dirty="0"/>
              <a:t>Po potrebi: UML dijagram razreda i razmještaja.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Organizacija ispitivanja</a:t>
            </a:r>
          </a:p>
          <a:p>
            <a:r>
              <a:rPr lang="hr-HR" noProof="0" dirty="0"/>
              <a:t>Fokus ispitivanja. Potpunost ispitivanja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Popis programskih jezika i radnih okvira</a:t>
            </a:r>
          </a:p>
          <a:p>
            <a:pPr lvl="1"/>
            <a:r>
              <a:rPr lang="hr-HR" noProof="0" dirty="0"/>
              <a:t>za izradu programske podrške , ispitivanje, dokumentaciju, komunikaciju i upravljanje</a:t>
            </a:r>
          </a:p>
          <a:p>
            <a:pPr marL="457200" lvl="1" indent="0">
              <a:buNone/>
            </a:pPr>
            <a:endParaRPr lang="hr-HR" noProof="0" dirty="0"/>
          </a:p>
          <a:p>
            <a:r>
              <a:rPr lang="hr-HR" noProof="0" dirty="0"/>
              <a:t>Smještaj aplikacije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r-HR" noProof="0" dirty="0"/>
              <a:t>Neprogramski (organizacijski) zadaci</a:t>
            </a:r>
          </a:p>
          <a:p>
            <a:pPr lvl="1"/>
            <a:r>
              <a:rPr lang="hr-HR" noProof="0" dirty="0"/>
              <a:t>Organizacija komunikacije (korištene platforme/SW ....)</a:t>
            </a:r>
          </a:p>
          <a:p>
            <a:pPr lvl="1"/>
            <a:r>
              <a:rPr lang="hr-HR" noProof="0" dirty="0"/>
              <a:t>GitHub iskustvo</a:t>
            </a:r>
          </a:p>
          <a:p>
            <a:pPr lvl="1"/>
            <a:endParaRPr lang="hr-HR" noProof="0" dirty="0"/>
          </a:p>
          <a:p>
            <a:pPr lvl="1"/>
            <a:r>
              <a:rPr lang="hr-HR" noProof="0" dirty="0"/>
              <a:t>Primijenjeni model životnog ciklusa</a:t>
            </a:r>
          </a:p>
          <a:p>
            <a:pPr lvl="1"/>
            <a:r>
              <a:rPr lang="hr-HR" noProof="0" dirty="0"/>
              <a:t>ad-hoc, vodopadni,….</a:t>
            </a:r>
          </a:p>
          <a:p>
            <a:r>
              <a:rPr lang="hr-HR" noProof="0" dirty="0"/>
              <a:t>Tablica raščlambe zadataka članova s procijenjenim naporom u satima (jedan slajd)</a:t>
            </a:r>
          </a:p>
          <a:p>
            <a:pPr lvl="1"/>
            <a:r>
              <a:rPr lang="hr-HR" i="1" noProof="0" dirty="0"/>
              <a:t>U usmenom izlaganju samo diskutirajte o glavnim problemima rasporeda i svom iskustvu za njihovo rješavanje (npr. preuzimanje zadataka drugih članova ...)</a:t>
            </a:r>
          </a:p>
          <a:p>
            <a:r>
              <a:rPr lang="hr-HR" noProof="0" dirty="0"/>
              <a:t>Vremenski okvir razvoja (specifikacija, implementacija, testiranje, dokumentacija)</a:t>
            </a:r>
          </a:p>
          <a:p>
            <a:pPr lvl="1"/>
            <a:r>
              <a:rPr lang="hr-HR" noProof="0" dirty="0"/>
              <a:t>Poželjan grafički prikaz</a:t>
            </a:r>
          </a:p>
          <a:p>
            <a:pPr marL="457200" lvl="1" indent="0">
              <a:buNone/>
            </a:pP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CBA8-11D5-D65F-3F83-F59F385A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Demonstracija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DC07-223F-0954-0AAD-901A9AD8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Pokazati ključne funkcionalnosti uživo.</a:t>
            </a:r>
          </a:p>
          <a:p>
            <a:r>
              <a:rPr lang="hr-HR" dirty="0"/>
              <a:t>Fokus na izazove i rješenja (1-2 primjera).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6D2D5-F8F8-3548-34C0-61BDD7AA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08602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Naučene lekcije</a:t>
            </a:r>
          </a:p>
          <a:p>
            <a:pPr lvl="1"/>
            <a:r>
              <a:rPr lang="hr-HR" noProof="0" dirty="0"/>
              <a:t>Što je bilo dobro, a što je moglo bolje</a:t>
            </a:r>
          </a:p>
          <a:p>
            <a:pPr lvl="1"/>
            <a:r>
              <a:rPr lang="hr-HR" noProof="0" dirty="0"/>
              <a:t>A što se nikako ne bi smjelo ponoviti </a:t>
            </a:r>
            <a:r>
              <a:rPr lang="hr-HR" noProof="0" dirty="0">
                <a:sym typeface="Wingdings" panose="05000000000000000000" pitchFamily="2" charset="2"/>
              </a:rPr>
              <a:t></a:t>
            </a:r>
          </a:p>
          <a:p>
            <a:pPr lvl="1"/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i="1" noProof="0" dirty="0"/>
              <a:t>Nekoliko savjeta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10-15 slajdova je sasvim dovoljno – istaknite samo najvažnije činjenice</a:t>
            </a:r>
          </a:p>
          <a:p>
            <a:r>
              <a:rPr lang="hr-HR" noProof="0" dirty="0"/>
              <a:t>Prezentaciju možete grafički urediti prema svojem nahođenju uz ograničenja:</a:t>
            </a:r>
          </a:p>
          <a:p>
            <a:pPr lvl="1"/>
            <a:r>
              <a:rPr lang="hr-HR" noProof="0" dirty="0"/>
              <a:t>Obavezan sadržaj naslovne stranice</a:t>
            </a:r>
          </a:p>
          <a:p>
            <a:pPr lvl="1"/>
            <a:r>
              <a:rPr lang="hr-HR" noProof="0" dirty="0"/>
              <a:t>Obavezni brojevi stranica</a:t>
            </a:r>
          </a:p>
          <a:p>
            <a:r>
              <a:rPr lang="hr-HR" b="1" noProof="0" dirty="0"/>
              <a:t>Priprema izlaganja na satu:</a:t>
            </a:r>
          </a:p>
          <a:p>
            <a:pPr lvl="1"/>
            <a:r>
              <a:rPr lang="hr-HR" noProof="0" dirty="0"/>
              <a:t>Pokrenite sve potrebne programe i alate na računalu prije početka Vašeg izlaganja te provjerite kompatibilnost opreme!</a:t>
            </a:r>
          </a:p>
          <a:p>
            <a:pPr lvl="2"/>
            <a:r>
              <a:rPr lang="hr-HR" dirty="0"/>
              <a:t>Standardni HDMI priključak. Eduraom.</a:t>
            </a:r>
            <a:endParaRPr lang="hr-HR" noProof="0" dirty="0"/>
          </a:p>
          <a:p>
            <a:pPr lvl="1"/>
            <a:r>
              <a:rPr lang="pl-PL" dirty="0"/>
              <a:t>Vježbati izlaganje u 15 minuta.</a:t>
            </a:r>
          </a:p>
          <a:p>
            <a:pPr lvl="1"/>
            <a:r>
              <a:rPr lang="hr-HR" b="1" noProof="0" dirty="0"/>
              <a:t>Poštujte zadani vremenski okvir!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41737146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1214</TotalTime>
  <Words>415</Words>
  <Application>Microsoft Macintosh PowerPoint</Application>
  <PresentationFormat>On-screen Show (4:3)</PresentationFormat>
  <Paragraphs>90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STANPLAN</vt:lpstr>
      <vt:lpstr>Sadržaj</vt:lpstr>
      <vt:lpstr>Sadržaj</vt:lpstr>
      <vt:lpstr>Članovi grupe</vt:lpstr>
      <vt:lpstr>O projektu</vt:lpstr>
      <vt:lpstr>Pregled zahtjeva</vt:lpstr>
      <vt:lpstr>UML dijagram obrazaca uporabe</vt:lpstr>
      <vt:lpstr>Arhitektura sustava</vt:lpstr>
      <vt:lpstr>Ispitivanje</vt:lpstr>
      <vt:lpstr>Korišteni alati i tehnologije</vt:lpstr>
      <vt:lpstr>Organizacija rada</vt:lpstr>
      <vt:lpstr>Demonstracija aplikacije</vt:lpstr>
      <vt:lpstr>Zaključak</vt:lpstr>
      <vt:lpstr>Nekoliko savjeta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Diana Agejev</cp:lastModifiedBy>
  <cp:revision>20</cp:revision>
  <dcterms:created xsi:type="dcterms:W3CDTF">2016-01-18T13:10:52Z</dcterms:created>
  <dcterms:modified xsi:type="dcterms:W3CDTF">2026-01-23T08:09:12Z</dcterms:modified>
</cp:coreProperties>
</file>